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  <p:sldMasterId id="2147483672" r:id="rId2"/>
  </p:sldMasterIdLst>
  <p:sldIdLst>
    <p:sldId id="275" r:id="rId3"/>
    <p:sldId id="267" r:id="rId4"/>
    <p:sldId id="268" r:id="rId5"/>
    <p:sldId id="269" r:id="rId6"/>
    <p:sldId id="270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1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3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0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9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1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9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3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4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2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36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4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3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67E9B64-DC09-41C8-9DE3-DA74AF8D2F97}" type="datetime1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1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 descr="A cow pulling a cart on a dirt road&#10;&#10;Description automatically generated">
            <a:extLst>
              <a:ext uri="{FF2B5EF4-FFF2-40B4-BE49-F238E27FC236}">
                <a16:creationId xmlns:a16="http://schemas.microsoft.com/office/drawing/2014/main" id="{6EB70F21-18CB-A3F1-6BE0-205774D55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5" b="7865"/>
          <a:stretch/>
        </p:blipFill>
        <p:spPr>
          <a:xfrm>
            <a:off x="20" y="10"/>
            <a:ext cx="12191980" cy="6857989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0D42506-A870-DB2D-905A-5939805C3007}"/>
              </a:ext>
            </a:extLst>
          </p:cNvPr>
          <p:cNvSpPr txBox="1">
            <a:spLocks/>
          </p:cNvSpPr>
          <p:nvPr/>
        </p:nvSpPr>
        <p:spPr>
          <a:xfrm>
            <a:off x="5480305" y="1509312"/>
            <a:ext cx="5345502" cy="1257300"/>
          </a:xfr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400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pitchFamily="18" charset="0"/>
              </a:rPr>
              <a:t>Innovation Management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FD72584A-83F7-120E-25C5-7EFC48D92BB4}"/>
              </a:ext>
            </a:extLst>
          </p:cNvPr>
          <p:cNvSpPr txBox="1">
            <a:spLocks/>
          </p:cNvSpPr>
          <p:nvPr/>
        </p:nvSpPr>
        <p:spPr>
          <a:xfrm>
            <a:off x="5480305" y="3279028"/>
            <a:ext cx="5029202" cy="306655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/>
            <a:r>
              <a:rPr lang="en-US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 :    Rural Development Reporting</a:t>
            </a:r>
          </a:p>
          <a:p>
            <a:pPr indent="-228600"/>
            <a:r>
              <a:rPr lang="en-US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:    6 </a:t>
            </a:r>
          </a:p>
          <a:p>
            <a:pPr indent="-228600"/>
            <a:r>
              <a:rPr lang="en-US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Balaji – 2320030016</a:t>
            </a:r>
          </a:p>
          <a:p>
            <a:pPr indent="-228600"/>
            <a:r>
              <a:rPr lang="en-US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BSR Chaitanya - 2320030142	 </a:t>
            </a:r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6D3A378B-30F2-677E-ADE3-D9979347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7379" y="4629744"/>
            <a:ext cx="26535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D3F587F-81C6-4D4E-9AC8-2E6AC495D9F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3/14/2026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9C23378E-16EF-7D77-ECA0-65A9A9CB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E0CB3F7-D607-DD27-6318-D95A7FBB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E84AC6A-A0EF-437B-BCEE-4772B0214A5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86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9F170-724D-F30D-D545-6DD872194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Problem statement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D72CD-07DD-56D6-8CEC-92F70E31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6E91CC32-6A6B-4E2E-BBA1-6864F305DA26}" type="slidenum">
              <a:rPr lang="en-US" sz="1400" b="1" kern="1200" dirty="0">
                <a:solidFill>
                  <a:srgbClr val="FFFFFF"/>
                </a:solidFill>
                <a:latin typeface="+mj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</a:t>
            </a:fld>
            <a:endParaRPr lang="en-US" sz="1400" b="1" kern="1200" dirty="0">
              <a:solidFill>
                <a:srgbClr val="FFFFFF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CA0D5C7-D33C-520B-B776-74579DD76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504" y="2170167"/>
            <a:ext cx="10143744" cy="405951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No quick addressing of the problems by Government.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Some of the problems are not identified in some remote villages.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Time taking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No proper development in rural 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58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FB57ED5-941D-44E2-9320-56A0A026F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1BE9A9-6FBF-4CF1-8F0C-BFCFF1FD9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People working on ideas">
            <a:extLst>
              <a:ext uri="{FF2B5EF4-FFF2-40B4-BE49-F238E27FC236}">
                <a16:creationId xmlns:a16="http://schemas.microsoft.com/office/drawing/2014/main" id="{591E629F-B735-695A-83B7-54D80DDE85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80" r="12990" b="1"/>
          <a:stretch/>
        </p:blipFill>
        <p:spPr>
          <a:xfrm>
            <a:off x="633999" y="1054100"/>
            <a:ext cx="5462001" cy="438267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4AE8163-578C-46A4-BF65-BD3AEEF2A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1" y="822325"/>
            <a:ext cx="5149596" cy="484622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BF2E0-D43C-2C8D-0151-E3439B0E3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6820" y="953380"/>
            <a:ext cx="4615180" cy="904816"/>
          </a:xfrm>
        </p:spPr>
        <p:txBody>
          <a:bodyPr anchor="ctr">
            <a:normAutofit fontScale="90000"/>
          </a:bodyPr>
          <a:lstStyle/>
          <a:p>
            <a:r>
              <a:rPr lang="en-IN" sz="8000" dirty="0"/>
              <a:t>ideate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6F56CC-F97A-40DF-9A88-6D8BF7A6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5756954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4818F1-2ACF-4181-B8B6-7637EB92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1BF4AB6-91C5-40DA-AFC8-BBDA46BB2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A6D6306-ED75-4DC2-9BEF-160516C2F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39CAB-096B-3765-97FF-036BBE3E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92056" y="5477256"/>
            <a:ext cx="1193868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A0B3A-A96E-CA3B-A297-6D4456475017}"/>
              </a:ext>
            </a:extLst>
          </p:cNvPr>
          <p:cNvSpPr txBox="1"/>
          <p:nvPr/>
        </p:nvSpPr>
        <p:spPr>
          <a:xfrm>
            <a:off x="6405358" y="1685321"/>
            <a:ext cx="5152643" cy="3903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An app or website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Conducting surveys to identify the problems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Bringing awareness in the people about government funds and projects which can solve </a:t>
            </a:r>
            <a:r>
              <a:rPr lang="en-IN" sz="2400"/>
              <a:t>their problems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3008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3ABDCF-81EB-4D66-C019-8304FB288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223" y="85725"/>
            <a:ext cx="4730451" cy="14189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Why you choose the idea as best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6956D-27B6-D70B-61F1-00EF22F75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623" y="1768983"/>
            <a:ext cx="4730451" cy="3593592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182880">
              <a:buFont typeface="Wingdings" pitchFamily="2" charset="2"/>
              <a:buChar char="§"/>
            </a:pPr>
            <a:r>
              <a:rPr lang="en-US" sz="2400" dirty="0"/>
              <a:t>Smart phones availability.</a:t>
            </a:r>
          </a:p>
          <a:p>
            <a:pPr marL="457200" indent="-182880">
              <a:buFont typeface="Wingdings" pitchFamily="2" charset="2"/>
              <a:buChar char="§"/>
            </a:pPr>
            <a:r>
              <a:rPr lang="en-US" sz="2400" dirty="0"/>
              <a:t>More usage of internet.</a:t>
            </a:r>
          </a:p>
          <a:p>
            <a:pPr marL="457200" indent="-182880">
              <a:buFont typeface="Wingdings" pitchFamily="2" charset="2"/>
              <a:buChar char="§"/>
            </a:pPr>
            <a:r>
              <a:rPr lang="en-US" sz="2400" dirty="0"/>
              <a:t>Easy to communicate.</a:t>
            </a:r>
          </a:p>
          <a:p>
            <a:pPr marL="457200" indent="-182880">
              <a:buFont typeface="Wingdings" pitchFamily="2" charset="2"/>
              <a:buChar char="§"/>
            </a:pPr>
            <a:r>
              <a:rPr lang="en-US" sz="2400" dirty="0"/>
              <a:t>Spread the issue rapidly.</a:t>
            </a:r>
          </a:p>
          <a:p>
            <a:pPr marL="457200" indent="-182880">
              <a:buFont typeface="Wingdings" pitchFamily="2" charset="2"/>
              <a:buChar char="§"/>
            </a:pPr>
            <a:r>
              <a:rPr lang="en-US" sz="2400" dirty="0"/>
              <a:t>Time efficient</a:t>
            </a:r>
            <a:r>
              <a:rPr lang="en-US" sz="1800" dirty="0"/>
              <a:t>.</a:t>
            </a:r>
          </a:p>
        </p:txBody>
      </p:sp>
      <p:pic>
        <p:nvPicPr>
          <p:cNvPr id="19" name="Picture 18" descr="Black pencil fence with one yellow pencil under a lightbulb">
            <a:extLst>
              <a:ext uri="{FF2B5EF4-FFF2-40B4-BE49-F238E27FC236}">
                <a16:creationId xmlns:a16="http://schemas.microsoft.com/office/drawing/2014/main" id="{45C5123B-8110-AFA5-CB5D-6BF0773A06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245" r="17821"/>
          <a:stretch/>
        </p:blipFill>
        <p:spPr>
          <a:xfrm>
            <a:off x="5913124" y="10"/>
            <a:ext cx="6278877" cy="6857990"/>
          </a:xfrm>
          <a:custGeom>
            <a:avLst/>
            <a:gdLst/>
            <a:ahLst/>
            <a:cxnLst/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84E34F7-E155-426C-A88E-8AEA6CF3F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3123" y="0"/>
            <a:ext cx="6278877" cy="685800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blipFill dpi="0" rotWithShape="1">
            <a:blip r:embed="rId6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F26DE-DE2A-0F6B-2352-06325D18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128" y="6272784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6E91CC32-6A6B-4E2E-BBA1-6864F305DA26}" type="slidenum">
              <a:rPr lang="en-US" sz="1400"/>
              <a:pPr defTabSz="457200">
                <a:spcAft>
                  <a:spcPts val="600"/>
                </a:spcAft>
              </a:pPr>
              <a:t>4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5808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Rectangle 1046">
            <a:extLst>
              <a:ext uri="{FF2B5EF4-FFF2-40B4-BE49-F238E27FC236}">
                <a16:creationId xmlns:a16="http://schemas.microsoft.com/office/drawing/2014/main" id="{FC4A6789-55AC-42E6-9425-33CA7D05C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20718D89-30AF-42EF-86AB-FF232D797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9087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029BE-6497-D631-7AC8-BD619A42A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292" y="936003"/>
            <a:ext cx="2897826" cy="3357976"/>
          </a:xfrm>
        </p:spPr>
        <p:txBody>
          <a:bodyPr>
            <a:normAutofit/>
          </a:bodyPr>
          <a:lstStyle/>
          <a:p>
            <a:r>
              <a:rPr lang="en-IN" sz="5600"/>
              <a:t>Rough prototype</a:t>
            </a: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0C6CBCA2-E9FC-45B2-A370-2BA218D8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9087" y="928117"/>
            <a:ext cx="10597896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2DEE4B-9ACF-9E00-0C1D-0C8C6C547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397" y="1110053"/>
            <a:ext cx="3864550" cy="22881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85DC6A-E825-95B6-4273-82F2712E4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1947" y="1005139"/>
            <a:ext cx="3609311" cy="2393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3A6C0D-8DA6-18A6-BAE2-692E51398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398" y="3398153"/>
            <a:ext cx="3864549" cy="2288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1045DD-1FDA-E996-31B3-69CD4C1115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1947" y="3398154"/>
            <a:ext cx="3609311" cy="2317515"/>
          </a:xfrm>
          <a:prstGeom prst="rect">
            <a:avLst/>
          </a:prstGeom>
        </p:spPr>
      </p:pic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09AF6DF-BB66-41AD-AAFF-4B2CF37F1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9087" y="5820583"/>
            <a:ext cx="10597896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9C6DACB6-6C32-4382-9C54-2EA21977F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31790" y="5477256"/>
            <a:ext cx="914400" cy="914400"/>
            <a:chOff x="9685338" y="4460675"/>
            <a:chExt cx="1080904" cy="1080902"/>
          </a:xfrm>
        </p:grpSpPr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D389BFCA-D695-4FB6-A90C-0D7549676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8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4F7E4C9C-591E-4C54-9ECF-96F50A57B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435B9-EFDE-D5F8-1D0E-DB350449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6331" y="5509502"/>
            <a:ext cx="1193868" cy="64008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5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D4AEC-1E7F-9DB2-FA2A-C363D88D9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100" y="1360493"/>
            <a:ext cx="4972511" cy="3106732"/>
          </a:xfrm>
        </p:spPr>
        <p:txBody>
          <a:bodyPr anchor="b">
            <a:normAutofit/>
          </a:bodyPr>
          <a:lstStyle/>
          <a:p>
            <a:r>
              <a:rPr lang="en-IN" sz="7200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4A1598B-1957-47CF-AAF4-F7A36DA0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09107-4A0F-B0D3-1D76-B1330F18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4744" y="500322"/>
            <a:ext cx="1193868" cy="640080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tx1"/>
                </a:solidFill>
              </a:rPr>
              <a:pPr algn="r">
                <a:spcAft>
                  <a:spcPts val="600"/>
                </a:spcAft>
              </a:p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Graphic 9" descr="Smiling Face with No Fill">
            <a:extLst>
              <a:ext uri="{FF2B5EF4-FFF2-40B4-BE49-F238E27FC236}">
                <a16:creationId xmlns:a16="http://schemas.microsoft.com/office/drawing/2014/main" id="{6D9EF0FF-BA2E-5953-622D-EF63A0B56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150" y="1526651"/>
            <a:ext cx="3804698" cy="380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13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wellVTI">
  <a:themeElements>
    <a:clrScheme name="AnalogousFromDarkSeedLeftStep">
      <a:dk1>
        <a:srgbClr val="000000"/>
      </a:dk1>
      <a:lt1>
        <a:srgbClr val="FFFFFF"/>
      </a:lt1>
      <a:dk2>
        <a:srgbClr val="223A3C"/>
      </a:dk2>
      <a:lt2>
        <a:srgbClr val="E8E5E2"/>
      </a:lt2>
      <a:accent1>
        <a:srgbClr val="4687CA"/>
      </a:accent1>
      <a:accent2>
        <a:srgbClr val="34ACB8"/>
      </a:accent2>
      <a:accent3>
        <a:srgbClr val="3FB48E"/>
      </a:accent3>
      <a:accent4>
        <a:srgbClr val="34B856"/>
      </a:accent4>
      <a:accent5>
        <a:srgbClr val="52B640"/>
      </a:accent5>
      <a:accent6>
        <a:srgbClr val="7CB233"/>
      </a:accent6>
      <a:hlink>
        <a:srgbClr val="319332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121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Calisto MT</vt:lpstr>
      <vt:lpstr>Neue Haas Grotesk Text Pro</vt:lpstr>
      <vt:lpstr>Rockwell</vt:lpstr>
      <vt:lpstr>Rockwell Condensed</vt:lpstr>
      <vt:lpstr>Rockwell Extra Bold</vt:lpstr>
      <vt:lpstr>Wingdings</vt:lpstr>
      <vt:lpstr>SwellVTI</vt:lpstr>
      <vt:lpstr>Wood Type</vt:lpstr>
      <vt:lpstr>PowerPoint Presentation</vt:lpstr>
      <vt:lpstr>Problem statement</vt:lpstr>
      <vt:lpstr>ideate</vt:lpstr>
      <vt:lpstr>Why you choose the idea as best</vt:lpstr>
      <vt:lpstr>Rough prototype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KLU Design Thinking for Innovation Project Title:  Work In Progress Submission</dc:title>
  <dc:creator>MINPURI KIRAN KUMAR REDDY .</dc:creator>
  <cp:lastModifiedBy>BSR Chaitanya Kousik</cp:lastModifiedBy>
  <cp:revision>17</cp:revision>
  <dcterms:created xsi:type="dcterms:W3CDTF">2023-11-27T16:30:12Z</dcterms:created>
  <dcterms:modified xsi:type="dcterms:W3CDTF">2026-03-14T07:29:57Z</dcterms:modified>
</cp:coreProperties>
</file>